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8438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BB09-4A1D-463E-8065-109CC2B7EFAA}" type="datetimeFigureOut">
              <a:rPr lang="ar-SA" smtClean="0"/>
              <a:t>15/08/1427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Mostafa Eldeeb</dc:creator>
  <dcterms:created xsi:type="dcterms:W3CDTF">2026-08-31T23:22:38Z</dcterms:created>
</cp:coreProperties>
</file>